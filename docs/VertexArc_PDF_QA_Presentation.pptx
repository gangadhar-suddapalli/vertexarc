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VertexArc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Question &amp; Answer Application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any PDF — answered only from the document.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4526280"/>
            <a:ext cx="219456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Evaluation Task  · 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Streamlit  ·  OpenAI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VertexArc PDF Q&amp;A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document-based Q&amp;A web app: upload a PDF, get an instant summary, and ask natural-language questions. Every answer is grounded strictly in the uploaded document using a Retrieval-Augmented Generation (RAG) pipeline.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640" y="16002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17647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543800" y="2441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met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784080" y="16002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784080" y="17647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921240" y="2441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session per document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31546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0" y="331927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543800" y="39959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Q&amp;A pairs shown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84080" y="31546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4080" y="331927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921240" y="39959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 (TXT, PDF)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solve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VertexArc PDF Q&amp;A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299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184708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buried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26771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live inside long PDFs — contracts, reports, manuals. Reading all of it to find one answer is slow.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53872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38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35584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hallucinate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77647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 from broad training data and may invent facts not present in your document.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0474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047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486460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of truth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528523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answers tied to their own document, with a clear signal when the answer simply isn't there.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 must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VertexArc PDF Q&amp;A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9842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262B3B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984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187452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and ask questions via an intuitive chat interface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9842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262B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984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using only the uploaded document as context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40156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262B3B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401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32918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independent session &amp; index per document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31089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340156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262B3B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3401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2918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Auto-summarise on upload; show recent history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526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481888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262B3B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818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691640" y="47091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out-of-document questions gracefully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72200" y="4526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28232" y="481888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262B3B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4818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23760" y="47091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conversations; work on desktop &amp; mobile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RAG keeps answers honest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VertexArc PDF Q&amp;A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chunk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is split into overlapping, page-tagged chunks.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82112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index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becomes a vector in an in-memory index.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71032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4652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matched to top-K chunks by cosine similarity.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59952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006840" y="18288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3544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23544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or decline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35440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only from those chunks — or says it can't.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is below a floor, the app returns a clear "not found in this document" message instead of guessing.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VertexArc PDF Q&amp;A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600200"/>
            <a:ext cx="9601200" cy="4160520"/>
          </a:xfrm>
          <a:prstGeom prst="roundRect">
            <a:avLst>
              <a:gd name="adj" fmla="val 1758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sessions/hopeful-affectionate-dirac/mnt/outputs/build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08760" y="1783080"/>
            <a:ext cx="9144000" cy="3794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Streamlit app · four modules: PDF processing, RAG engine, exporters, configuration.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data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VertexArc PDF Q&amp;A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E"/>
                          </a:solidFill>
                        </a:rPr>
                        <a:t>UI &amp; backend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</a:rPr>
                        <a:t>Streamlit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E"/>
                          </a:solidFill>
                        </a:rPr>
                        <a:t>PDF parsing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</a:rPr>
                        <a:t>pypdf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E"/>
                          </a:solidFill>
                        </a:rPr>
                        <a:t>Embeddings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</a:rPr>
                        <a:t>text-embedding-3-small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E"/>
                          </a:solidFill>
                        </a:rPr>
                        <a:t>Answering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</a:rPr>
                        <a:t>gpt-4o-mini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E"/>
                          </a:solidFill>
                        </a:rPr>
                        <a:t>Vector math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</a:rPr>
                        <a:t>NumPy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E"/>
                          </a:solidFill>
                        </a:rPr>
                        <a:t>Hosting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</a:rPr>
                        <a:t>Streamlit Cloud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stateless, no external DB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20574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2350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hash, name, page text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283464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29260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32186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chunk, page, embedding (in-memory)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370332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0" y="37947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40873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answer, source pages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457200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92240" y="46634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92240" y="49560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summary text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lives in the user's session — simple to host, nothing sensitive stored server-side.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&amp; 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VertexArc PDF Q&amp;A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1E22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4028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212848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779776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Auto-summary appears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3374136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74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346704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394106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913632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grounded answer + source pages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14400" y="450799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07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480560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last 5 Q&amp;As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4400" y="507492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047488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TXT or PDF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0936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Context-only answers (no hallucination)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session per document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document summary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"not found" handling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export (TXT / PDF)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desktop &amp; mobile UI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screenshots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VertexArc PDF Q&amp;A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62B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97380" y="2057400"/>
            <a:ext cx="1005840" cy="658368"/>
          </a:xfrm>
          <a:prstGeom prst="rect">
            <a:avLst/>
          </a:prstGeom>
          <a:solidFill>
            <a:srgbClr val="1E2230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7692" y="2157984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443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62B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37860" y="2057400"/>
            <a:ext cx="1005840" cy="658368"/>
          </a:xfrm>
          <a:prstGeom prst="rect">
            <a:avLst/>
          </a:prstGeom>
          <a:solidFill>
            <a:srgbClr val="1E2230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8172" y="2157984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9443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62B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8340" y="2057400"/>
            <a:ext cx="1005840" cy="658368"/>
          </a:xfrm>
          <a:prstGeom prst="rect">
            <a:avLst/>
          </a:prstGeom>
          <a:solidFill>
            <a:srgbClr val="1E2230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8652" y="2157984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9443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62B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97380" y="4297680"/>
            <a:ext cx="1005840" cy="658368"/>
          </a:xfrm>
          <a:prstGeom prst="rect">
            <a:avLst/>
          </a:prstGeom>
          <a:solidFill>
            <a:srgbClr val="1E2230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7692" y="4398264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84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summary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80560" y="3977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62B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37860" y="4297680"/>
            <a:ext cx="1005840" cy="658368"/>
          </a:xfrm>
          <a:prstGeom prst="rect">
            <a:avLst/>
          </a:prstGeom>
          <a:solidFill>
            <a:srgbClr val="1E2230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8172" y="4398264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5184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placeholders with live screenshots before submission.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&amp;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extend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669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PDFs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 (FAISS / pgvector)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querying &amp; in-PDF citations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&amp; saved chats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answers &amp; model selection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87452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1214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0" y="260604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deployable PDF Q&amp;A solution that meets all nine requirements, stays faithful to the source document, and uses a pragmatic, easy-to-host architecture — delivered with responsible AI-assisted development.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VertexArc Developer Evaluation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VertexArc PDF Q&amp;A</dc:title>
  <dc:subject>PptxGenJS Presentation</dc:subject>
  <dc:creator>VertexArc Candidate</dc:creator>
  <cp:lastModifiedBy>VertexArc Candidate</cp:lastModifiedBy>
  <cp:revision>1</cp:revision>
  <dcterms:created xsi:type="dcterms:W3CDTF">2026-06-20T16:23:50Z</dcterms:created>
  <dcterms:modified xsi:type="dcterms:W3CDTF">2026-06-20T16:23:50Z</dcterms:modified>
</cp:coreProperties>
</file>